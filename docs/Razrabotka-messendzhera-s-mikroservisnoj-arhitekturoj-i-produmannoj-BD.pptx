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Spline Sans"/>
      <p:regular r:id="rId19"/>
    </p:embeddedFont>
    <p:embeddedFont>
      <p:font typeface="Spline Sans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aetoya608/MyMess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956429"/>
            <a:ext cx="741592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Разработка мессенджера с микросервисной архитектурой и продуманной БД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06991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Цель — показать, как построить эффективную базу данных для real-time мессенджера.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513766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Актуальность: скорость и надежность хранения данных — ключ к успеху.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62054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687812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@Амаль Атамурадов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627584"/>
            <a:ext cx="747319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Архитектура приложения</a:t>
            </a:r>
            <a:endParaRPr lang="en-US" sz="4300" dirty="0"/>
          </a:p>
        </p:txBody>
      </p:sp>
      <p:sp>
        <p:nvSpPr>
          <p:cNvPr id="5" name="Shape 2"/>
          <p:cNvSpPr/>
          <p:nvPr/>
        </p:nvSpPr>
        <p:spPr>
          <a:xfrm>
            <a:off x="864037" y="2683669"/>
            <a:ext cx="6327815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1333" y="29609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Auth-сервис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41333" y="3451979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Регистрация и аутентификация, выдача JWT-токенов.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8668" y="2683669"/>
            <a:ext cx="6327815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15964" y="29609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User-сервис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715964" y="3451979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Управление профилями, аватарами и настройками пользователей.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4037" y="4766191"/>
            <a:ext cx="6327815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1333" y="50434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Chat-сервис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141333" y="5534501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Отправка сообщений, WebSocket-связь, хранение истории чатов.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438668" y="4766191"/>
            <a:ext cx="6327815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15964" y="50434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Связь сервисов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7715964" y="5534501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REST API и Redis Pub/Sub для обмена сообщениями и уведомлениями.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758196"/>
            <a:ext cx="645175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Технологический стек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864037" y="30610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3650813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с FastAPI и асинхронным ORM SQLAlchemy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4922282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WebSocket на базе starlette для real-time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372695" y="30610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Базы данных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372695" y="3650813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PostgreSQL для надежного хранения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72695" y="4527233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Redis — кеш, Pub/Sub для уведомлений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881354" y="30610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Парадигмы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81354" y="3650813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Асинхронность с asyncio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881354" y="4132183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Многопоточность для блокирующих задач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4037" y="607635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3337" y="586383"/>
            <a:ext cx="8863608" cy="4745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382" y="5517356"/>
            <a:ext cx="13477637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76382" y="6027777"/>
            <a:ext cx="6243876" cy="457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Концептуальная модель данных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576382" y="6732270"/>
            <a:ext cx="370523" cy="370523"/>
          </a:xfrm>
          <a:prstGeom prst="roundRect">
            <a:avLst>
              <a:gd name="adj" fmla="val 66681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1568" y="6788825"/>
            <a:ext cx="19440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Основные сущности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1568" y="7116366"/>
            <a:ext cx="382012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Пользователь, Сообщение, Чат, Канал, Подписка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137547" y="6732270"/>
            <a:ext cx="370523" cy="370523"/>
          </a:xfrm>
          <a:prstGeom prst="roundRect">
            <a:avLst>
              <a:gd name="adj" fmla="val 66681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72733" y="6788825"/>
            <a:ext cx="183011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Ключевые связи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72733" y="7116366"/>
            <a:ext cx="382012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Многие-ко-многим: пользователи и чаты; один-ко-многим: чат и сообщения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98712" y="6732270"/>
            <a:ext cx="370523" cy="370523"/>
          </a:xfrm>
          <a:prstGeom prst="roundRect">
            <a:avLst>
              <a:gd name="adj" fmla="val 66681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33898" y="6788825"/>
            <a:ext cx="183011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Активные сессии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33898" y="7116366"/>
            <a:ext cx="382012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Несколько чатов/каналов на одного пользователя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0104" y="366832"/>
            <a:ext cx="5350193" cy="4426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963" y="4993005"/>
            <a:ext cx="512242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Логическая модель базы данных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66963" y="5563553"/>
            <a:ext cx="13696474" cy="1958935"/>
          </a:xfrm>
          <a:prstGeom prst="roundRect">
            <a:avLst>
              <a:gd name="adj" fmla="val 1021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4583" y="5571173"/>
            <a:ext cx="13681234" cy="388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07933" y="5658803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52360" y="5658803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username, email, password_hash, created_at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583" y="5959912"/>
            <a:ext cx="13681234" cy="388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07933" y="6047542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52360" y="6047542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chat_name, created_at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4583" y="6348651"/>
            <a:ext cx="13681234" cy="388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7933" y="6436281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channel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52360" y="6436281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channel_name, description, created_at, owner_id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4583" y="6737390"/>
            <a:ext cx="13681234" cy="388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07933" y="6825020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message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52360" y="6825020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chat_id, sender_id, content_text, sent_at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4583" y="7126129"/>
            <a:ext cx="13681234" cy="388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07933" y="7213759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452360" y="7213759"/>
            <a:ext cx="657010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user_id, channel_id, subscribed_at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66963" y="7672507"/>
            <a:ext cx="13696474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Внешние ключи и индексы обеспечивают быстрые JOIN-операции. Реализована 3НФ с SCD 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0298" y="692229"/>
            <a:ext cx="5429845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Физическая модель БД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90298" y="1552456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90298" y="2301478"/>
            <a:ext cx="2234684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СУБД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190298" y="2781895"/>
            <a:ext cx="2251353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PostgreSQL с продуманной оптимизацией.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39808" y="2301478"/>
            <a:ext cx="2234684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Индексы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39808" y="2781895"/>
            <a:ext cx="2251353" cy="1286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B-tree на поля messages(chat_id, sent_at) для быстрого поиска.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689318" y="2301478"/>
            <a:ext cx="2251353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Функции и триггеры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689318" y="3061216"/>
            <a:ext cx="2251353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Автоматизация обработки и целостности данных.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190298" y="4475917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190298" y="5023842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90298" y="5571768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190298" y="6119693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190298" y="6667619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190298" y="7215545"/>
            <a:ext cx="7736205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61975"/>
            <a:ext cx="7675126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Этапы разработки мессенджера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89" y="1538168"/>
            <a:ext cx="1021556" cy="1225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3113" y="174248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Сбор требований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043113" y="2148721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Use-case анализ и нагрузочные тесты.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89" y="2764036"/>
            <a:ext cx="1021556" cy="1225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3113" y="2968347"/>
            <a:ext cx="3127891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Проектирование моделей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043113" y="3374588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 концептуальной к физической модели.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9" y="3989903"/>
            <a:ext cx="1021556" cy="1225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3113" y="4194215"/>
            <a:ext cx="257972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Реализация сервисов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043113" y="4600456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FastAPI и ORM SQLAlchemy.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9" y="5215771"/>
            <a:ext cx="1021556" cy="12258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3113" y="5420082"/>
            <a:ext cx="329017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Асинхронность и WebSocket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2043113" y="5826323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Обработка real-time обмена.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" y="6441638"/>
            <a:ext cx="1021556" cy="12258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3113" y="6645950"/>
            <a:ext cx="379654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Тестирование и развертывание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2043113" y="7052191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Юнит и нагрузочные тесты, Docker, Kubernetes.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49172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Тестирование и аналитика производительности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9378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Тесты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2759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Pytest, pytest-asyncio успешно пройдены.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9378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Метрики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52759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Среднее время SELECT по messages — 12 мс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695" y="5404009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Нагрузка до 1000 запросов/с без замедлений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39378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Аналитика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9881354" y="452759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Активность пользователей и распределение сообщений.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704" y="384691"/>
            <a:ext cx="3109198" cy="38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Графики и анализ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704" y="1140381"/>
            <a:ext cx="5596652" cy="41974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19" y="1140381"/>
            <a:ext cx="3337203" cy="250281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04" y="5810012"/>
            <a:ext cx="3413284" cy="255996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626310" y="5778460"/>
            <a:ext cx="652188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7626310" y="6128147"/>
            <a:ext cx="6521887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H1: нет отклонения от равномерности распределения сообщений (p &gt; 0.05).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7626310" y="6736675"/>
            <a:ext cx="652188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H2: корреляции подписок и постов не выявлено (p &gt; 0.05).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626310" y="7065407"/>
            <a:ext cx="652188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H3: разницы в длине сообщений нет (p &gt; 0.05).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446865"/>
            <a:ext cx="639841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Сложности и решения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5502950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5587722"/>
            <a:ext cx="34488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Гонки при авторизации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6078736"/>
            <a:ext cx="54946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Реализовано Redis-локирование для обновления сессий.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469505" y="5502950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1748" y="5587722"/>
            <a:ext cx="449020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Высокая нагрузка на WebSocket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271748" y="6078736"/>
            <a:ext cx="54946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Балансировка и отдельный event-loop разгружают систему.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51905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Заключение и дальнейшие шаги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693789"/>
            <a:ext cx="185142" cy="128111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5863" y="2693789"/>
            <a:ext cx="302502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Отказоустойчивость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905863" y="3184803"/>
            <a:ext cx="686050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Стабильное хранение и обработка данных с оптимизациями.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20721" y="4221718"/>
            <a:ext cx="185142" cy="128111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76148" y="4221718"/>
            <a:ext cx="30916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Производительность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276148" y="4712732"/>
            <a:ext cx="649021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Индексы, кеширование, представления ускоряют запросы.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91005" y="5749647"/>
            <a:ext cx="185142" cy="128111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46432" y="574964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Развитие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646432" y="6240661"/>
            <a:ext cx="611993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Планируем шардирование, оффлайн-сообщения и масштабирование данных.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359938"/>
            <a:ext cx="635412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Спасибо за внимание!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416022"/>
            <a:ext cx="47179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Готов ответить на ваши вопросы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2920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80191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Релизная версия уже доступна в github.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47461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github: </a:t>
            </a:r>
            <a:pPr algn="l" indent="0" marL="0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https://github.com/Daetoya608/MyMess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2025-05-17T06:36:19Z</dcterms:created>
  <dcterms:modified xsi:type="dcterms:W3CDTF">2025-05-17T06:36:19Z</dcterms:modified>
</cp:coreProperties>
</file>